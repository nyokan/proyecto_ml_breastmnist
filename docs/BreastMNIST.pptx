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5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511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854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921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757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119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130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806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899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53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97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2752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CC144DC-1584-4548-9626-8BD50C0C07BF}" type="datetimeFigureOut">
              <a:rPr lang="es-CL" smtClean="0"/>
              <a:t>03-06-2026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EDD3792-34BD-4DCE-BB49-705D00EB75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0993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796DF-3081-0FFD-4C66-0BE5401D3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FA0D15-BE8C-4D4F-CD43-39A6E18A7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36F7924-B8FB-6013-043B-A6C3146CE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681"/>
            <a:ext cx="12192000" cy="624863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64249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FF69C-46AE-419B-68FE-98FDF66C5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4A3C3E-6C2C-6388-6D1A-7062EECC9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49D644-F5FA-B4F1-32D8-98F4DC33B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0615"/>
            <a:ext cx="12192000" cy="623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1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EFC5B-747F-7F8B-5C3A-0DF6F7C97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C0C874-1466-B8AA-A919-13A79F2C7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4104BA-6B4C-9D18-3410-FDCAE112A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773"/>
            <a:ext cx="12192000" cy="622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1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B59F3-4C79-FDF1-8E7E-176F6A51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74B43B8-2503-56E5-A8D7-86A59D4D2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391"/>
            <a:ext cx="12192000" cy="617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96C12-AA99-D9BA-F40B-DFAAF9F8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0C3F2A8-E61C-5F13-CEDB-967529824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590"/>
            <a:ext cx="12192000" cy="621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3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81BED-0E58-69E1-5500-3A362294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7AC3932-04FB-C0BD-A5E9-3A98EAD64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375"/>
            <a:ext cx="12192000" cy="62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6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FF602B-AFF7-C9CA-2E66-E79CABEDC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3001"/>
            <a:ext cx="12192000" cy="623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6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5F2299-A6F3-B502-08EA-315BAFC60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188"/>
            <a:ext cx="12192000" cy="621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2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00015E-5DE1-BA5A-FC23-178C00CB4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063"/>
            <a:ext cx="12192000" cy="62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8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99A474-3A72-461C-8F58-D9376CDF7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948"/>
            <a:ext cx="12192000" cy="623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02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70B0B3-F3F9-2E99-F537-44CB64645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362"/>
            <a:ext cx="12192000" cy="626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88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 Peña</dc:creator>
  <cp:lastModifiedBy>Benja Peña</cp:lastModifiedBy>
  <cp:revision>1</cp:revision>
  <dcterms:created xsi:type="dcterms:W3CDTF">2026-06-04T02:16:36Z</dcterms:created>
  <dcterms:modified xsi:type="dcterms:W3CDTF">2026-06-04T02:21:53Z</dcterms:modified>
</cp:coreProperties>
</file>